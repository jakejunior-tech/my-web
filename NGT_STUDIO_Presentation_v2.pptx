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0" y="2560320"/>
            <a:ext cx="301752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222222"/>
                </a:solidFill>
                <a:latin typeface="Calibri"/>
              </a:defRPr>
            </a:pPr>
            <a:r>
              <a:t>NGT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840480"/>
            <a:ext cx="301752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Creative Design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Nengimote Nengite  |  Founded May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22222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HTML5 — Site structure and markup</a:t>
            </a:r>
          </a:p>
          <a:p>
            <a:pPr>
              <a:spcAft>
                <a:spcPts val="14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CSS3 — Styling, animations, responsive design</a:t>
            </a:r>
          </a:p>
          <a:p>
            <a:pPr>
              <a:spcAft>
                <a:spcPts val="14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JavaScript — Interactivity, lightbox, scroll effects</a:t>
            </a:r>
          </a:p>
          <a:p>
            <a:pPr>
              <a:spcAft>
                <a:spcPts val="14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Google Fonts — Poppins + Montserrat typefaces</a:t>
            </a:r>
          </a:p>
          <a:p>
            <a:pPr>
              <a:spcAft>
                <a:spcPts val="14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Font Awesome 6.4 — Icons throughout the site</a:t>
            </a:r>
          </a:p>
          <a:p>
            <a:pPr>
              <a:spcAft>
                <a:spcPts val="14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GitHub Pages — Free hosting platform</a:t>
            </a:r>
          </a:p>
          <a:p>
            <a:pPr>
              <a:spcAft>
                <a:spcPts val="14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GitHub Actions — Auto-deploy on push to main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22222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Fully responsive — works on all screen sizes (5 breakpoints)</a:t>
            </a:r>
          </a:p>
          <a:p>
            <a:pPr>
              <a:spcAft>
                <a:spcPts val="14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Scroll-triggered animations — elements fade in as you scroll</a:t>
            </a:r>
          </a:p>
          <a:p>
            <a:pPr>
              <a:spcAft>
                <a:spcPts val="14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Image lightbox — click any portfolio photo to view full-screen</a:t>
            </a:r>
          </a:p>
          <a:p>
            <a:pPr>
              <a:spcAft>
                <a:spcPts val="14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WhatsApp contact button — with playful handshake emoji animation</a:t>
            </a:r>
          </a:p>
          <a:p>
            <a:pPr>
              <a:spcAft>
                <a:spcPts val="14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Frosted-glass navigation bar — with backdrop blur effect</a:t>
            </a:r>
          </a:p>
          <a:p>
            <a:pPr>
              <a:spcAft>
                <a:spcPts val="14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Mobile hamburger menu — auto-closes on scroll and click</a:t>
            </a:r>
          </a:p>
          <a:p>
            <a:pPr>
              <a:spcAft>
                <a:spcPts val="14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SEO optimized — Google Search Console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22222"/>
                </a:solidFill>
                <a:latin typeface="Calibri"/>
              </a:defRPr>
            </a:pPr>
            <a:r>
              <a:t>Code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  <a:latin typeface="Calibri"/>
              </a:defRPr>
            </a:pPr>
            <a:r>
              <a:t>Project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index.html — the entire site (~1,130 lines)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Inline CSS — ~860 lines of styling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Inline JavaScript — ~110 lines of logic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8 JPEG images — logo + portfolio work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.github/workflows/pages.yml — CI/CD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  <a:latin typeface="Calibri"/>
              </a:defRPr>
            </a:pPr>
            <a:r>
              <a:t>Key Stats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1 HTML file — zero external dependencies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0 build tools — no npm, no webpack, no Vite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0 backend — purely static, client-side only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5 site sections — nav, hero, about, services, portfolio, contact</a:t>
            </a:r>
          </a:p>
          <a:p>
            <a:pPr>
              <a:spcAft>
                <a:spcPts val="12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25 git commits — full version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22222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651760"/>
            <a:ext cx="210312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Calibri"/>
              </a:defRPr>
            </a:pPr>
            <a:r>
              <a:t>Let us walk through the site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931920"/>
            <a:ext cx="6675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1.  Hero section — full-screen background with gradient overlay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2.  About Us — studio origin story with scroll animations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3.  Services — 5 interactive cards with hover effects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4.  Portfolio — 6 project images with lightbox viewer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5.  Contact — WhatsApp button with emoji animation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9436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86DE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